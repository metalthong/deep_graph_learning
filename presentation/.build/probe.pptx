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1e7ba7b95643fc" /><Relationship Type="http://schemas.openxmlformats.org/officeDocument/2006/relationships/extended-properties" Target="/docProps/app.xml" Id="R0badf4f13a8e4331" /><Relationship Type="http://schemas.openxmlformats.org/officeDocument/2006/relationships/officeDocument" Target="/ppt/presentation.xml" Id="R1f5aaf08c88241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e12d1860154b30"/>
  </p:sldMasterIdLst>
  <p:notesMasterIdLst>
    <p:notesMasterId xmlns:r="http://schemas.openxmlformats.org/officeDocument/2006/relationships" r:id="R4f660081207a457a"/>
  </p:notesMasterIdLst>
  <p:sldIdLst>
    <p:sldId xmlns:r="http://schemas.openxmlformats.org/officeDocument/2006/relationships" id="256" r:id="R803aa2b11f954a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fd7c83a784813" /><Relationship Type="http://schemas.openxmlformats.org/officeDocument/2006/relationships/slideMaster" Target="/ppt/slideMasters/slideMaster1.xml" Id="R43e12d1860154b30" /><Relationship Type="http://schemas.openxmlformats.org/officeDocument/2006/relationships/notesMaster" Target="/ppt/notesMasters/notesMaster1.xml" Id="R4f660081207a457a" /><Relationship Type="http://schemas.openxmlformats.org/officeDocument/2006/relationships/presProps" Target="/ppt/presProps.xml" Id="Rf6a1edd9ed4f4124" /><Relationship Type="http://schemas.openxmlformats.org/officeDocument/2006/relationships/tableStyles" Target="/ppt/tableStyles.xml" Id="R3c6765eefe2440f0" /><Relationship Type="http://schemas.openxmlformats.org/officeDocument/2006/relationships/slide" Target="/ppt/slides/slide1.xml" Id="R803aa2b11f95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5cbdcf9d14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f1a3d5f2f54145" /><Relationship Type="http://schemas.openxmlformats.org/officeDocument/2006/relationships/notesMaster" Target="/ppt/notesMasters/notesMaster1.xml" Id="R38f5ebcb8e7a42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Thành viên 1. Đây là lời thuyết trình thử nghiệm với dấu tiếng Việt.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7afc1ab0e4c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006f8c86445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6de276e6c46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a45b046d248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1b26deb984e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d3dbada4347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A07BCD-69E7-4ECE-9509-8A30305C16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1BA330-8BA4-4539-B9EC-1924FCDDFC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B1E49F-7EB1-46BF-8AF2-3EB999458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A26585-B8ED-41BB-AC3F-B74FCAAED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C67F67-DC34-4671-9605-C9E09CBBC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F660D8-1CAD-43B4-905B-58DE13DAC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0D86CD-9D04-44DC-ADEC-C1D8FA3D72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75C3BF-4FB2-4EA1-AEC8-9688C27B55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3DDF5-2B00-4F5A-BD50-B1AB95C48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119DBC-20C7-4FDF-BED1-741324B19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a6aa6f79f4ba4" /><Relationship Type="http://schemas.openxmlformats.org/officeDocument/2006/relationships/slideLayout" Target="/ppt/slideLayouts/slideLayout1.xml" Id="R0d6d3844aa17446e" /><Relationship Type="http://schemas.openxmlformats.org/officeDocument/2006/relationships/slideLayout" Target="/ppt/slideLayouts/slideLayout2.xml" Id="R9d80200b61a545bf" /><Relationship Type="http://schemas.openxmlformats.org/officeDocument/2006/relationships/slideLayout" Target="/ppt/slideLayouts/slideLayout3.xml" Id="Rab7a15f7884540b8" /><Relationship Type="http://schemas.openxmlformats.org/officeDocument/2006/relationships/slideLayout" Target="/ppt/slideLayouts/slideLayout4.xml" Id="Ra9e538ffe33245fc" /><Relationship Type="http://schemas.openxmlformats.org/officeDocument/2006/relationships/slideLayout" Target="/ppt/slideLayouts/slideLayout5.xml" Id="R2c2c8bb1fcab4391" /><Relationship Type="http://schemas.openxmlformats.org/officeDocument/2006/relationships/slideLayout" Target="/ppt/slideLayouts/slideLayout6.xml" Id="R8bad7d90cd79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d3844aa17446e"/>
    <p:sldLayoutId xmlns:r="http://schemas.openxmlformats.org/officeDocument/2006/relationships" id="2147483650" r:id="R9d80200b61a545bf"/>
    <p:sldLayoutId xmlns:r="http://schemas.openxmlformats.org/officeDocument/2006/relationships" id="2147483651" r:id="Rab7a15f7884540b8"/>
    <p:sldLayoutId xmlns:r="http://schemas.openxmlformats.org/officeDocument/2006/relationships" id="2147483652" r:id="Ra9e538ffe33245fc"/>
    <p:sldLayoutId xmlns:r="http://schemas.openxmlformats.org/officeDocument/2006/relationships" id="2147483653" r:id="R2c2c8bb1fcab4391"/>
    <p:sldLayoutId xmlns:r="http://schemas.openxmlformats.org/officeDocument/2006/relationships" id="2147483654" r:id="R8bad7d90cd79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eddd77066438d" /><Relationship Type="http://schemas.openxmlformats.org/officeDocument/2006/relationships/chart" Target="/ppt/slides/charts/chart1.xml" Id="R1065dcda18594205" /><Relationship Type="http://schemas.openxmlformats.org/officeDocument/2006/relationships/notesSlide" Target="/ppt/notesSlides/notesSlide1.xml" Id="R4915635603ae4b7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087F78"/>
            </a:solidFill>
          </c:spPr>
          <c:invertIfNegative val="0"/>
          <c:cat>
            <c:strLit>
              <c:ptCount val="2"/>
              <c:pt idx="0">
                <c:v>MLP</c:v>
              </c:pt>
              <c:pt idx="1">
                <c:v>GCN</c:v>
              </c:pt>
            </c:strLit>
          </c:cat>
          <c:val>
            <c:numLit>
              <c:formatCode>0%</c:formatCode>
              <c:ptCount val="2"/>
              <c:pt idx="0">
                <c:v>0.6041</c:v>
              </c:pt>
              <c:pt idx="1">
                <c:v>0.8032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E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E33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3B511-A46A-486B-969E-5ACCEF81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E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E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33"/>
                </a:solidFill>
                <a:latin typeface="Arial"/>
                <a:ea typeface="Arial"/>
                <a:cs typeface="Arial"/>
              </a:rPr>
              <a:t>Học sâu trên đồ thị: GCN, GraphSAGE và GAT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9BD16-60CD-44B1-8F31-226FCA0A2C5C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61912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750"/>
                <a:gridCol w="2063750"/>
                <a:gridCol w="2063750"/>
              </a:tblGrid>
              <a:tr h="603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Mô hình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4DDDA"/>
                      </a:solidFill>
                    </a:lnL>
                    <a:lnR w="9525">
                      <a:solidFill>
                        <a:srgbClr val="D4DDDA"/>
                      </a:solidFill>
                    </a:lnR>
                    <a:lnT w="9525">
                      <a:solidFill>
                        <a:srgbClr val="D4DDDA"/>
                      </a:solidFill>
                    </a:lnT>
                    <a:lnB w="9525">
                      <a:solidFill>
                        <a:srgbClr val="D4DD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4DDDA"/>
                      </a:solidFill>
                    </a:lnR>
                    <a:lnT w="9525">
                      <a:solidFill>
                        <a:srgbClr val="D4DDDA"/>
                      </a:solidFill>
                    </a:lnT>
                    <a:lnB w="9525">
                      <a:solidFill>
                        <a:srgbClr val="D4DD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Macro-F1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4DDDA"/>
                      </a:solidFill>
                    </a:lnR>
                    <a:lnT w="9525">
                      <a:solidFill>
                        <a:srgbClr val="D4DDDA"/>
                      </a:solidFill>
                    </a:lnT>
                    <a:lnB w="9525">
                      <a:solidFill>
                        <a:srgbClr val="D4DDDA"/>
                      </a:solidFill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GCN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4DDDA"/>
                      </a:solidFill>
                    </a:lnL>
                    <a:lnR w="9525">
                      <a:solidFill>
                        <a:srgbClr val="D4DDDA"/>
                      </a:solidFill>
                    </a:lnR>
                    <a:lnB w="9525">
                      <a:solidFill>
                        <a:srgbClr val="D4DD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80,32%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4DDDA"/>
                      </a:solidFill>
                    </a:lnR>
                    <a:lnB w="9525">
                      <a:solidFill>
                        <a:srgbClr val="D4DD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79,10%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4DDDA"/>
                      </a:solidFill>
                    </a:lnR>
                    <a:lnB w="9525">
                      <a:solidFill>
                        <a:srgbClr val="D4DDDA"/>
                      </a:solidFill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MLP</a:t>
                      </a:r>
                    </a:p>
                  </a:txBody>
                  <a:tcPr marL="152400" marR="152400" marT="114300" marB="114300">
                    <a:lnL w="9525">
                      <a:solidFill>
                        <a:srgbClr val="D4DDDA"/>
                      </a:solidFill>
                    </a:lnL>
                    <a:lnR w="9525">
                      <a:solidFill>
                        <a:srgbClr val="D4DDDA"/>
                      </a:solidFill>
                    </a:lnR>
                    <a:lnB w="9525">
                      <a:solidFill>
                        <a:srgbClr val="D4DD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60,41%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4DDDA"/>
                      </a:solidFill>
                    </a:lnR>
                    <a:lnB w="9525">
                      <a:solidFill>
                        <a:srgbClr val="D4DDD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3"/>
                          </a:solidFill>
                          <a:latin typeface="Arial"/>
                          <a:ea typeface="Arial"/>
                          <a:cs typeface="Arial"/>
                        </a:rPr>
                        <a:t>58,25%</a:t>
                      </a:r>
                    </a:p>
                  </a:txBody>
                  <a:tcPr marL="152400" marR="152400" marT="114300" marB="114300">
                    <a:lnR w="9525">
                      <a:solidFill>
                        <a:srgbClr val="D4DDDA"/>
                      </a:solidFill>
                    </a:lnR>
                    <a:lnB w="9525">
                      <a:solidFill>
                        <a:srgbClr val="D4DDD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A59C83F-6F32-41DD-957A-0E0B4E917983}"/>
              </a:ext>
            </a:extLst>
          </p:cNvPr>
          <p:cNvGraphicFramePr/>
          <p:nvPr/>
        </p:nvGraphicFramePr>
        <p:xfrm>
          <a:off xmlns:a="http://schemas.openxmlformats.org/drawingml/2006/main" x="7143750" y="1714500"/>
          <a:ext xmlns:a="http://schemas.openxmlformats.org/drawingml/2006/main" cx="4191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65dcda18594205"/>
          </a:graphicData>
        </a:graphic>
      </p:graphicFrame>
    </p:spTree>
    <p:extLst>
      <p:ext uri="{BB962C8B-B14F-4D97-AF65-F5344CB8AC3E}">
        <p14:creationId xmlns:p14="http://schemas.microsoft.com/office/powerpoint/2010/main" val="1952861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2026-10-13T06:31:24.2500000Z</dcterms:created>
  <dcterms:modified xsi:type="dcterms:W3CDTF">2026-10-13T06:31:24.2500000Z</dcterms:modified>
</coreProperties>
</file>